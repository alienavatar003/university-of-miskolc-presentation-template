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0" r:id="rId2"/>
    <p:sldId id="327" r:id="rId3"/>
    <p:sldId id="32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C67"/>
    <a:srgbClr val="000000"/>
    <a:srgbClr val="945200"/>
    <a:srgbClr val="FFD441"/>
    <a:srgbClr val="FC7E05"/>
    <a:srgbClr val="F6B012"/>
    <a:srgbClr val="7FB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A39AC1-6337-F94E-8177-BE07A3386009}" v="11" dt="2026-06-03T19:17:09.8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01"/>
    <p:restoredTop sz="96233"/>
  </p:normalViewPr>
  <p:slideViewPr>
    <p:cSldViewPr snapToGrid="0">
      <p:cViewPr varScale="1">
        <p:scale>
          <a:sx n="122" d="100"/>
          <a:sy n="122" d="100"/>
        </p:scale>
        <p:origin x="12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mboodri Tanuj" userId="00509f34-3647-48c9-9c78-b4920ce1d52d" providerId="ADAL" clId="{314583D4-0BB5-5DE5-ADC6-CB0DE40A2339}"/>
    <pc:docChg chg="undo custSel addSld delSld modSld modMainMaster">
      <pc:chgData name="Namboodri Tanuj" userId="00509f34-3647-48c9-9c78-b4920ce1d52d" providerId="ADAL" clId="{314583D4-0BB5-5DE5-ADC6-CB0DE40A2339}" dt="2026-06-03T19:17:27.769" v="1301" actId="2696"/>
      <pc:docMkLst>
        <pc:docMk/>
      </pc:docMkLst>
      <pc:sldChg chg="addSp delSp modSp mod">
        <pc:chgData name="Namboodri Tanuj" userId="00509f34-3647-48c9-9c78-b4920ce1d52d" providerId="ADAL" clId="{314583D4-0BB5-5DE5-ADC6-CB0DE40A2339}" dt="2026-06-03T19:16:45.026" v="1291" actId="1076"/>
        <pc:sldMkLst>
          <pc:docMk/>
          <pc:sldMk cId="1642305531" sldId="260"/>
        </pc:sldMkLst>
        <pc:spChg chg="add mod">
          <ac:chgData name="Namboodri Tanuj" userId="00509f34-3647-48c9-9c78-b4920ce1d52d" providerId="ADAL" clId="{314583D4-0BB5-5DE5-ADC6-CB0DE40A2339}" dt="2026-06-03T19:16:45.026" v="1291" actId="1076"/>
          <ac:spMkLst>
            <pc:docMk/>
            <pc:sldMk cId="1642305531" sldId="260"/>
            <ac:spMk id="3" creationId="{79E6ABF5-330F-5FB5-61F5-B3498EF1A7B2}"/>
          </ac:spMkLst>
        </pc:spChg>
        <pc:spChg chg="del mod">
          <ac:chgData name="Namboodri Tanuj" userId="00509f34-3647-48c9-9c78-b4920ce1d52d" providerId="ADAL" clId="{314583D4-0BB5-5DE5-ADC6-CB0DE40A2339}" dt="2026-06-03T19:16:40.879" v="1289" actId="478"/>
          <ac:spMkLst>
            <pc:docMk/>
            <pc:sldMk cId="1642305531" sldId="260"/>
            <ac:spMk id="4" creationId="{916A9260-5EB1-E319-4B7D-82656300BAA0}"/>
          </ac:spMkLst>
        </pc:spChg>
        <pc:spChg chg="add mod">
          <ac:chgData name="Namboodri Tanuj" userId="00509f34-3647-48c9-9c78-b4920ce1d52d" providerId="ADAL" clId="{314583D4-0BB5-5DE5-ADC6-CB0DE40A2339}" dt="2026-06-03T19:14:33.729" v="1267" actId="1076"/>
          <ac:spMkLst>
            <pc:docMk/>
            <pc:sldMk cId="1642305531" sldId="260"/>
            <ac:spMk id="5" creationId="{554A6AD4-1D5D-3A18-1474-F3E90D70A62C}"/>
          </ac:spMkLst>
        </pc:spChg>
        <pc:spChg chg="del mod">
          <ac:chgData name="Namboodri Tanuj" userId="00509f34-3647-48c9-9c78-b4920ce1d52d" providerId="ADAL" clId="{314583D4-0BB5-5DE5-ADC6-CB0DE40A2339}" dt="2026-06-03T18:50:31.979" v="1247" actId="478"/>
          <ac:spMkLst>
            <pc:docMk/>
            <pc:sldMk cId="1642305531" sldId="260"/>
            <ac:spMk id="7" creationId="{52C562E3-DA4A-4CB9-9576-D73C517DCD1C}"/>
          </ac:spMkLst>
        </pc:spChg>
        <pc:spChg chg="del mod">
          <ac:chgData name="Namboodri Tanuj" userId="00509f34-3647-48c9-9c78-b4920ce1d52d" providerId="ADAL" clId="{314583D4-0BB5-5DE5-ADC6-CB0DE40A2339}" dt="2026-06-03T19:16:41.552" v="1290" actId="478"/>
          <ac:spMkLst>
            <pc:docMk/>
            <pc:sldMk cId="1642305531" sldId="260"/>
            <ac:spMk id="27" creationId="{93FD9B6F-1078-7392-1905-0AE63F3F6F67}"/>
          </ac:spMkLst>
        </pc:spChg>
        <pc:spChg chg="del mod">
          <ac:chgData name="Namboodri Tanuj" userId="00509f34-3647-48c9-9c78-b4920ce1d52d" providerId="ADAL" clId="{314583D4-0BB5-5DE5-ADC6-CB0DE40A2339}" dt="2026-06-03T18:50:28.537" v="1246" actId="478"/>
          <ac:spMkLst>
            <pc:docMk/>
            <pc:sldMk cId="1642305531" sldId="260"/>
            <ac:spMk id="55" creationId="{B6F06ED2-ADF8-BC0E-F4F7-132073014A57}"/>
          </ac:spMkLst>
        </pc:spChg>
        <pc:picChg chg="del mod">
          <ac:chgData name="Namboodri Tanuj" userId="00509f34-3647-48c9-9c78-b4920ce1d52d" providerId="ADAL" clId="{314583D4-0BB5-5DE5-ADC6-CB0DE40A2339}" dt="2026-06-03T18:50:33.442" v="1248" actId="478"/>
          <ac:picMkLst>
            <pc:docMk/>
            <pc:sldMk cId="1642305531" sldId="260"/>
            <ac:picMk id="11" creationId="{1C92A430-9DBC-1682-A034-DCF381214B3E}"/>
          </ac:picMkLst>
        </pc:picChg>
        <pc:picChg chg="del">
          <ac:chgData name="Namboodri Tanuj" userId="00509f34-3647-48c9-9c78-b4920ce1d52d" providerId="ADAL" clId="{314583D4-0BB5-5DE5-ADC6-CB0DE40A2339}" dt="2026-06-03T18:50:43.922" v="1261" actId="478"/>
          <ac:picMkLst>
            <pc:docMk/>
            <pc:sldMk cId="1642305531" sldId="260"/>
            <ac:picMk id="42" creationId="{AC193751-F013-612D-A0F7-D3C3CE123583}"/>
          </ac:picMkLst>
        </pc:picChg>
      </pc:sldChg>
      <pc:sldChg chg="addSp delSp modSp del mod">
        <pc:chgData name="Namboodri Tanuj" userId="00509f34-3647-48c9-9c78-b4920ce1d52d" providerId="ADAL" clId="{314583D4-0BB5-5DE5-ADC6-CB0DE40A2339}" dt="2026-06-03T18:50:05.675" v="1223" actId="2696"/>
        <pc:sldMkLst>
          <pc:docMk/>
          <pc:sldMk cId="2779230703" sldId="311"/>
        </pc:sldMkLst>
      </pc:sldChg>
      <pc:sldChg chg="delSp modSp del mod">
        <pc:chgData name="Namboodri Tanuj" userId="00509f34-3647-48c9-9c78-b4920ce1d52d" providerId="ADAL" clId="{314583D4-0BB5-5DE5-ADC6-CB0DE40A2339}" dt="2026-06-03T19:17:27.769" v="1301" actId="2696"/>
        <pc:sldMkLst>
          <pc:docMk/>
          <pc:sldMk cId="1818067993" sldId="325"/>
        </pc:sldMkLst>
        <pc:spChg chg="del">
          <ac:chgData name="Namboodri Tanuj" userId="00509f34-3647-48c9-9c78-b4920ce1d52d" providerId="ADAL" clId="{314583D4-0BB5-5DE5-ADC6-CB0DE40A2339}" dt="2026-06-03T18:50:17.226" v="1244" actId="478"/>
          <ac:spMkLst>
            <pc:docMk/>
            <pc:sldMk cId="1818067993" sldId="325"/>
            <ac:spMk id="5" creationId="{8D07CAD3-DAFD-4FEB-827C-67E11EA1491C}"/>
          </ac:spMkLst>
        </pc:spChg>
        <pc:spChg chg="del mod">
          <ac:chgData name="Namboodri Tanuj" userId="00509f34-3647-48c9-9c78-b4920ce1d52d" providerId="ADAL" clId="{314583D4-0BB5-5DE5-ADC6-CB0DE40A2339}" dt="2026-06-03T18:50:15.827" v="1243" actId="478"/>
          <ac:spMkLst>
            <pc:docMk/>
            <pc:sldMk cId="1818067993" sldId="325"/>
            <ac:spMk id="9" creationId="{71A34E74-2FCB-AA56-771A-78199AB19389}"/>
          </ac:spMkLst>
        </pc:spChg>
        <pc:picChg chg="del">
          <ac:chgData name="Namboodri Tanuj" userId="00509f34-3647-48c9-9c78-b4920ce1d52d" providerId="ADAL" clId="{314583D4-0BB5-5DE5-ADC6-CB0DE40A2339}" dt="2026-06-03T18:50:18.843" v="1245" actId="478"/>
          <ac:picMkLst>
            <pc:docMk/>
            <pc:sldMk cId="1818067993" sldId="325"/>
            <ac:picMk id="42" creationId="{B588A3FB-7831-65EA-65A5-80BD0163A1F9}"/>
          </ac:picMkLst>
        </pc:picChg>
      </pc:sldChg>
      <pc:sldChg chg="addSp delSp modSp add del mod">
        <pc:chgData name="Namboodri Tanuj" userId="00509f34-3647-48c9-9c78-b4920ce1d52d" providerId="ADAL" clId="{314583D4-0BB5-5DE5-ADC6-CB0DE40A2339}" dt="2026-06-03T19:16:32.867" v="1286" actId="2696"/>
        <pc:sldMkLst>
          <pc:docMk/>
          <pc:sldMk cId="2255480788" sldId="326"/>
        </pc:sldMkLst>
        <pc:spChg chg="del">
          <ac:chgData name="Namboodri Tanuj" userId="00509f34-3647-48c9-9c78-b4920ce1d52d" providerId="ADAL" clId="{314583D4-0BB5-5DE5-ADC6-CB0DE40A2339}" dt="2026-06-03T19:15:07.553" v="1271" actId="478"/>
          <ac:spMkLst>
            <pc:docMk/>
            <pc:sldMk cId="2255480788" sldId="326"/>
            <ac:spMk id="3" creationId="{33832FE0-788E-9315-197A-C005367B2C52}"/>
          </ac:spMkLst>
        </pc:spChg>
        <pc:spChg chg="del">
          <ac:chgData name="Namboodri Tanuj" userId="00509f34-3647-48c9-9c78-b4920ce1d52d" providerId="ADAL" clId="{314583D4-0BB5-5DE5-ADC6-CB0DE40A2339}" dt="2026-06-03T19:15:08.981" v="1272" actId="478"/>
          <ac:spMkLst>
            <pc:docMk/>
            <pc:sldMk cId="2255480788" sldId="326"/>
            <ac:spMk id="5" creationId="{A5BF9765-E65E-EA5E-1EE0-F4861C62D3E1}"/>
          </ac:spMkLst>
        </pc:spChg>
        <pc:spChg chg="add del mod">
          <ac:chgData name="Namboodri Tanuj" userId="00509f34-3647-48c9-9c78-b4920ce1d52d" providerId="ADAL" clId="{314583D4-0BB5-5DE5-ADC6-CB0DE40A2339}" dt="2026-06-03T19:15:44.543" v="1276"/>
          <ac:spMkLst>
            <pc:docMk/>
            <pc:sldMk cId="2255480788" sldId="326"/>
            <ac:spMk id="7" creationId="{996FB17E-5E16-A06C-A8A3-BCB9543D549E}"/>
          </ac:spMkLst>
        </pc:spChg>
      </pc:sldChg>
      <pc:sldChg chg="delSp new del mod">
        <pc:chgData name="Namboodri Tanuj" userId="00509f34-3647-48c9-9c78-b4920ce1d52d" providerId="ADAL" clId="{314583D4-0BB5-5DE5-ADC6-CB0DE40A2339}" dt="2026-06-03T19:14:36.827" v="1268" actId="2696"/>
        <pc:sldMkLst>
          <pc:docMk/>
          <pc:sldMk cId="4201947430" sldId="326"/>
        </pc:sldMkLst>
        <pc:spChg chg="del">
          <ac:chgData name="Namboodri Tanuj" userId="00509f34-3647-48c9-9c78-b4920ce1d52d" providerId="ADAL" clId="{314583D4-0BB5-5DE5-ADC6-CB0DE40A2339}" dt="2026-06-03T19:14:27.575" v="1265" actId="21"/>
          <ac:spMkLst>
            <pc:docMk/>
            <pc:sldMk cId="4201947430" sldId="326"/>
            <ac:spMk id="2" creationId="{E15D2776-3178-7595-B80B-379E0F1A7AD4}"/>
          </ac:spMkLst>
        </pc:spChg>
        <pc:spChg chg="del">
          <ac:chgData name="Namboodri Tanuj" userId="00509f34-3647-48c9-9c78-b4920ce1d52d" providerId="ADAL" clId="{314583D4-0BB5-5DE5-ADC6-CB0DE40A2339}" dt="2026-06-03T19:14:27.575" v="1265" actId="21"/>
          <ac:spMkLst>
            <pc:docMk/>
            <pc:sldMk cId="4201947430" sldId="326"/>
            <ac:spMk id="3" creationId="{295204DC-0A89-83F4-1253-3211E7BEC855}"/>
          </ac:spMkLst>
        </pc:spChg>
      </pc:sldChg>
      <pc:sldChg chg="addSp delSp modSp new mod">
        <pc:chgData name="Namboodri Tanuj" userId="00509f34-3647-48c9-9c78-b4920ce1d52d" providerId="ADAL" clId="{314583D4-0BB5-5DE5-ADC6-CB0DE40A2339}" dt="2026-06-03T19:16:25.614" v="1285" actId="1076"/>
        <pc:sldMkLst>
          <pc:docMk/>
          <pc:sldMk cId="3036359460" sldId="327"/>
        </pc:sldMkLst>
        <pc:spChg chg="mod">
          <ac:chgData name="Namboodri Tanuj" userId="00509f34-3647-48c9-9c78-b4920ce1d52d" providerId="ADAL" clId="{314583D4-0BB5-5DE5-ADC6-CB0DE40A2339}" dt="2026-06-03T19:16:20.343" v="1284" actId="14100"/>
          <ac:spMkLst>
            <pc:docMk/>
            <pc:sldMk cId="3036359460" sldId="327"/>
            <ac:spMk id="2" creationId="{198EE7E8-B049-E1BD-6E06-8CEE018C01B9}"/>
          </ac:spMkLst>
        </pc:spChg>
        <pc:spChg chg="mod">
          <ac:chgData name="Namboodri Tanuj" userId="00509f34-3647-48c9-9c78-b4920ce1d52d" providerId="ADAL" clId="{314583D4-0BB5-5DE5-ADC6-CB0DE40A2339}" dt="2026-06-03T19:16:25.614" v="1285" actId="1076"/>
          <ac:spMkLst>
            <pc:docMk/>
            <pc:sldMk cId="3036359460" sldId="327"/>
            <ac:spMk id="3" creationId="{8C457704-678D-2FFE-E69F-AF7188C51411}"/>
          </ac:spMkLst>
        </pc:spChg>
        <pc:spChg chg="add mod">
          <ac:chgData name="Namboodri Tanuj" userId="00509f34-3647-48c9-9c78-b4920ce1d52d" providerId="ADAL" clId="{314583D4-0BB5-5DE5-ADC6-CB0DE40A2339}" dt="2026-06-03T19:15:47.888" v="1277"/>
          <ac:spMkLst>
            <pc:docMk/>
            <pc:sldMk cId="3036359460" sldId="327"/>
            <ac:spMk id="4" creationId="{53D05BFF-9EF0-017E-D96E-1474C1721466}"/>
          </ac:spMkLst>
        </pc:spChg>
        <pc:spChg chg="add mod">
          <ac:chgData name="Namboodri Tanuj" userId="00509f34-3647-48c9-9c78-b4920ce1d52d" providerId="ADAL" clId="{314583D4-0BB5-5DE5-ADC6-CB0DE40A2339}" dt="2026-06-03T19:15:47.888" v="1277"/>
          <ac:spMkLst>
            <pc:docMk/>
            <pc:sldMk cId="3036359460" sldId="327"/>
            <ac:spMk id="5" creationId="{91A8F63F-9287-03A9-831A-7F30742DBA7F}"/>
          </ac:spMkLst>
        </pc:spChg>
        <pc:spChg chg="add mod">
          <ac:chgData name="Namboodri Tanuj" userId="00509f34-3647-48c9-9c78-b4920ce1d52d" providerId="ADAL" clId="{314583D4-0BB5-5DE5-ADC6-CB0DE40A2339}" dt="2026-06-03T19:15:47.888" v="1277"/>
          <ac:spMkLst>
            <pc:docMk/>
            <pc:sldMk cId="3036359460" sldId="327"/>
            <ac:spMk id="6" creationId="{9CA425C5-57FC-C94F-1BD6-477B790FDF29}"/>
          </ac:spMkLst>
        </pc:spChg>
        <pc:spChg chg="add del mod">
          <ac:chgData name="Namboodri Tanuj" userId="00509f34-3647-48c9-9c78-b4920ce1d52d" providerId="ADAL" clId="{314583D4-0BB5-5DE5-ADC6-CB0DE40A2339}" dt="2026-06-03T19:16:01.041" v="1279" actId="478"/>
          <ac:spMkLst>
            <pc:docMk/>
            <pc:sldMk cId="3036359460" sldId="327"/>
            <ac:spMk id="9" creationId="{2FA5BAE3-FC9D-67EB-8A14-1DE61525273F}"/>
          </ac:spMkLst>
        </pc:spChg>
        <pc:picChg chg="add mod">
          <ac:chgData name="Namboodri Tanuj" userId="00509f34-3647-48c9-9c78-b4920ce1d52d" providerId="ADAL" clId="{314583D4-0BB5-5DE5-ADC6-CB0DE40A2339}" dt="2026-06-03T19:15:47.888" v="1277"/>
          <ac:picMkLst>
            <pc:docMk/>
            <pc:sldMk cId="3036359460" sldId="327"/>
            <ac:picMk id="7" creationId="{F02CDB4B-C4ED-9096-9BCF-BB0897B448F2}"/>
          </ac:picMkLst>
        </pc:picChg>
        <pc:picChg chg="add mod">
          <ac:chgData name="Namboodri Tanuj" userId="00509f34-3647-48c9-9c78-b4920ce1d52d" providerId="ADAL" clId="{314583D4-0BB5-5DE5-ADC6-CB0DE40A2339}" dt="2026-06-03T19:15:47.888" v="1277"/>
          <ac:picMkLst>
            <pc:docMk/>
            <pc:sldMk cId="3036359460" sldId="327"/>
            <ac:picMk id="8" creationId="{5914BFB4-6446-32BE-A79B-CF8D37AAF2CB}"/>
          </ac:picMkLst>
        </pc:picChg>
      </pc:sldChg>
      <pc:sldChg chg="addSp delSp modSp del mod">
        <pc:chgData name="Namboodri Tanuj" userId="00509f34-3647-48c9-9c78-b4920ce1d52d" providerId="ADAL" clId="{314583D4-0BB5-5DE5-ADC6-CB0DE40A2339}" dt="2026-06-03T18:50:06.242" v="1225" actId="2696"/>
        <pc:sldMkLst>
          <pc:docMk/>
          <pc:sldMk cId="373243640" sldId="328"/>
        </pc:sldMkLst>
      </pc:sldChg>
      <pc:sldChg chg="addSp delSp modSp new mod">
        <pc:chgData name="Namboodri Tanuj" userId="00509f34-3647-48c9-9c78-b4920ce1d52d" providerId="ADAL" clId="{314583D4-0BB5-5DE5-ADC6-CB0DE40A2339}" dt="2026-06-03T19:17:22.936" v="1300" actId="27636"/>
        <pc:sldMkLst>
          <pc:docMk/>
          <pc:sldMk cId="4059070778" sldId="328"/>
        </pc:sldMkLst>
        <pc:spChg chg="mod">
          <ac:chgData name="Namboodri Tanuj" userId="00509f34-3647-48c9-9c78-b4920ce1d52d" providerId="ADAL" clId="{314583D4-0BB5-5DE5-ADC6-CB0DE40A2339}" dt="2026-06-03T19:17:22.936" v="1300" actId="27636"/>
          <ac:spMkLst>
            <pc:docMk/>
            <pc:sldMk cId="4059070778" sldId="328"/>
            <ac:spMk id="2" creationId="{E85AFE8C-2821-B9FC-5890-5BD14A681531}"/>
          </ac:spMkLst>
        </pc:spChg>
        <pc:spChg chg="add mod">
          <ac:chgData name="Namboodri Tanuj" userId="00509f34-3647-48c9-9c78-b4920ce1d52d" providerId="ADAL" clId="{314583D4-0BB5-5DE5-ADC6-CB0DE40A2339}" dt="2026-06-03T19:17:09.820" v="1295"/>
          <ac:spMkLst>
            <pc:docMk/>
            <pc:sldMk cId="4059070778" sldId="328"/>
            <ac:spMk id="5" creationId="{9C9F5675-AAB8-563F-A120-0770C66DF7BF}"/>
          </ac:spMkLst>
        </pc:spChg>
        <pc:spChg chg="add mod">
          <ac:chgData name="Namboodri Tanuj" userId="00509f34-3647-48c9-9c78-b4920ce1d52d" providerId="ADAL" clId="{314583D4-0BB5-5DE5-ADC6-CB0DE40A2339}" dt="2026-06-03T19:17:09.820" v="1295"/>
          <ac:spMkLst>
            <pc:docMk/>
            <pc:sldMk cId="4059070778" sldId="328"/>
            <ac:spMk id="6" creationId="{E7068F41-4EA6-2C07-1474-604D8307F19A}"/>
          </ac:spMkLst>
        </pc:spChg>
        <pc:spChg chg="add mod">
          <ac:chgData name="Namboodri Tanuj" userId="00509f34-3647-48c9-9c78-b4920ce1d52d" providerId="ADAL" clId="{314583D4-0BB5-5DE5-ADC6-CB0DE40A2339}" dt="2026-06-03T19:17:09.820" v="1295"/>
          <ac:spMkLst>
            <pc:docMk/>
            <pc:sldMk cId="4059070778" sldId="328"/>
            <ac:spMk id="7" creationId="{94C216CA-2D37-4B3C-2469-450BA9D19316}"/>
          </ac:spMkLst>
        </pc:spChg>
        <pc:spChg chg="add del mod">
          <ac:chgData name="Namboodri Tanuj" userId="00509f34-3647-48c9-9c78-b4920ce1d52d" providerId="ADAL" clId="{314583D4-0BB5-5DE5-ADC6-CB0DE40A2339}" dt="2026-06-03T19:17:16.536" v="1296" actId="478"/>
          <ac:spMkLst>
            <pc:docMk/>
            <pc:sldMk cId="4059070778" sldId="328"/>
            <ac:spMk id="10" creationId="{2B3A81BF-36D3-447F-D127-42B45444B23A}"/>
          </ac:spMkLst>
        </pc:spChg>
        <pc:picChg chg="add mod">
          <ac:chgData name="Namboodri Tanuj" userId="00509f34-3647-48c9-9c78-b4920ce1d52d" providerId="ADAL" clId="{314583D4-0BB5-5DE5-ADC6-CB0DE40A2339}" dt="2026-06-03T19:17:09.820" v="1295"/>
          <ac:picMkLst>
            <pc:docMk/>
            <pc:sldMk cId="4059070778" sldId="328"/>
            <ac:picMk id="8" creationId="{0F22F83D-473A-B8A4-5079-BBB995019714}"/>
          </ac:picMkLst>
        </pc:picChg>
        <pc:picChg chg="add mod">
          <ac:chgData name="Namboodri Tanuj" userId="00509f34-3647-48c9-9c78-b4920ce1d52d" providerId="ADAL" clId="{314583D4-0BB5-5DE5-ADC6-CB0DE40A2339}" dt="2026-06-03T19:17:09.820" v="1295"/>
          <ac:picMkLst>
            <pc:docMk/>
            <pc:sldMk cId="4059070778" sldId="328"/>
            <ac:picMk id="9" creationId="{874EFEA9-A292-5C45-E9BE-35A64D1147A9}"/>
          </ac:picMkLst>
        </pc:picChg>
      </pc:sldChg>
      <pc:sldChg chg="addSp delSp modSp del mod">
        <pc:chgData name="Namboodri Tanuj" userId="00509f34-3647-48c9-9c78-b4920ce1d52d" providerId="ADAL" clId="{314583D4-0BB5-5DE5-ADC6-CB0DE40A2339}" dt="2026-06-03T18:50:06.045" v="1224" actId="2696"/>
        <pc:sldMkLst>
          <pc:docMk/>
          <pc:sldMk cId="1136382659" sldId="329"/>
        </pc:sldMkLst>
      </pc:sldChg>
      <pc:sldChg chg="addSp delSp modSp del mod">
        <pc:chgData name="Namboodri Tanuj" userId="00509f34-3647-48c9-9c78-b4920ce1d52d" providerId="ADAL" clId="{314583D4-0BB5-5DE5-ADC6-CB0DE40A2339}" dt="2026-06-03T18:50:06.401" v="1226" actId="2696"/>
        <pc:sldMkLst>
          <pc:docMk/>
          <pc:sldMk cId="1488736600" sldId="345"/>
        </pc:sldMkLst>
      </pc:sldChg>
      <pc:sldChg chg="addSp delSp modSp add del mod">
        <pc:chgData name="Namboodri Tanuj" userId="00509f34-3647-48c9-9c78-b4920ce1d52d" providerId="ADAL" clId="{314583D4-0BB5-5DE5-ADC6-CB0DE40A2339}" dt="2026-06-03T18:50:06.596" v="1227" actId="2696"/>
        <pc:sldMkLst>
          <pc:docMk/>
          <pc:sldMk cId="2086528021" sldId="346"/>
        </pc:sldMkLst>
      </pc:sldChg>
      <pc:sldChg chg="addSp modSp add del mod">
        <pc:chgData name="Namboodri Tanuj" userId="00509f34-3647-48c9-9c78-b4920ce1d52d" providerId="ADAL" clId="{314583D4-0BB5-5DE5-ADC6-CB0DE40A2339}" dt="2026-06-03T18:50:06.731" v="1228" actId="2696"/>
        <pc:sldMkLst>
          <pc:docMk/>
          <pc:sldMk cId="324025769" sldId="347"/>
        </pc:sldMkLst>
      </pc:sldChg>
      <pc:sldChg chg="addSp modSp add del mod">
        <pc:chgData name="Namboodri Tanuj" userId="00509f34-3647-48c9-9c78-b4920ce1d52d" providerId="ADAL" clId="{314583D4-0BB5-5DE5-ADC6-CB0DE40A2339}" dt="2026-06-03T18:50:06.914" v="1229" actId="2696"/>
        <pc:sldMkLst>
          <pc:docMk/>
          <pc:sldMk cId="4079195121" sldId="348"/>
        </pc:sldMkLst>
      </pc:sldChg>
      <pc:sldChg chg="addSp delSp modSp add del mod">
        <pc:chgData name="Namboodri Tanuj" userId="00509f34-3647-48c9-9c78-b4920ce1d52d" providerId="ADAL" clId="{314583D4-0BB5-5DE5-ADC6-CB0DE40A2339}" dt="2026-06-03T18:50:07.063" v="1230" actId="2696"/>
        <pc:sldMkLst>
          <pc:docMk/>
          <pc:sldMk cId="1137156261" sldId="349"/>
        </pc:sldMkLst>
      </pc:sldChg>
      <pc:sldChg chg="addSp modSp add del mod">
        <pc:chgData name="Namboodri Tanuj" userId="00509f34-3647-48c9-9c78-b4920ce1d52d" providerId="ADAL" clId="{314583D4-0BB5-5DE5-ADC6-CB0DE40A2339}" dt="2026-06-03T18:50:07.295" v="1231" actId="2696"/>
        <pc:sldMkLst>
          <pc:docMk/>
          <pc:sldMk cId="4120237600" sldId="350"/>
        </pc:sldMkLst>
      </pc:sldChg>
      <pc:sldChg chg="addSp modSp add del mod">
        <pc:chgData name="Namboodri Tanuj" userId="00509f34-3647-48c9-9c78-b4920ce1d52d" providerId="ADAL" clId="{314583D4-0BB5-5DE5-ADC6-CB0DE40A2339}" dt="2026-06-03T18:50:07.511" v="1232" actId="2696"/>
        <pc:sldMkLst>
          <pc:docMk/>
          <pc:sldMk cId="1271192848" sldId="351"/>
        </pc:sldMkLst>
      </pc:sldChg>
      <pc:sldChg chg="addSp modSp add del mod">
        <pc:chgData name="Namboodri Tanuj" userId="00509f34-3647-48c9-9c78-b4920ce1d52d" providerId="ADAL" clId="{314583D4-0BB5-5DE5-ADC6-CB0DE40A2339}" dt="2026-06-03T18:50:07.942" v="1234" actId="2696"/>
        <pc:sldMkLst>
          <pc:docMk/>
          <pc:sldMk cId="4172910269" sldId="352"/>
        </pc:sldMkLst>
      </pc:sldChg>
      <pc:sldChg chg="addSp modSp add del mod">
        <pc:chgData name="Namboodri Tanuj" userId="00509f34-3647-48c9-9c78-b4920ce1d52d" providerId="ADAL" clId="{314583D4-0BB5-5DE5-ADC6-CB0DE40A2339}" dt="2026-06-03T18:50:08.188" v="1235" actId="2696"/>
        <pc:sldMkLst>
          <pc:docMk/>
          <pc:sldMk cId="1463369835" sldId="353"/>
        </pc:sldMkLst>
      </pc:sldChg>
      <pc:sldChg chg="addSp modSp add del mod">
        <pc:chgData name="Namboodri Tanuj" userId="00509f34-3647-48c9-9c78-b4920ce1d52d" providerId="ADAL" clId="{314583D4-0BB5-5DE5-ADC6-CB0DE40A2339}" dt="2026-06-03T18:50:08.408" v="1236" actId="2696"/>
        <pc:sldMkLst>
          <pc:docMk/>
          <pc:sldMk cId="1809450679" sldId="354"/>
        </pc:sldMkLst>
      </pc:sldChg>
      <pc:sldChg chg="addSp modSp add del mod">
        <pc:chgData name="Namboodri Tanuj" userId="00509f34-3647-48c9-9c78-b4920ce1d52d" providerId="ADAL" clId="{314583D4-0BB5-5DE5-ADC6-CB0DE40A2339}" dt="2026-06-03T18:50:08.920" v="1238" actId="2696"/>
        <pc:sldMkLst>
          <pc:docMk/>
          <pc:sldMk cId="1229173525" sldId="355"/>
        </pc:sldMkLst>
      </pc:sldChg>
      <pc:sldChg chg="addSp modSp add del mod">
        <pc:chgData name="Namboodri Tanuj" userId="00509f34-3647-48c9-9c78-b4920ce1d52d" providerId="ADAL" clId="{314583D4-0BB5-5DE5-ADC6-CB0DE40A2339}" dt="2026-06-03T18:50:09.199" v="1239" actId="2696"/>
        <pc:sldMkLst>
          <pc:docMk/>
          <pc:sldMk cId="164620307" sldId="356"/>
        </pc:sldMkLst>
      </pc:sldChg>
      <pc:sldChg chg="addSp modSp add del mod">
        <pc:chgData name="Namboodri Tanuj" userId="00509f34-3647-48c9-9c78-b4920ce1d52d" providerId="ADAL" clId="{314583D4-0BB5-5DE5-ADC6-CB0DE40A2339}" dt="2026-06-03T18:50:09.424" v="1240" actId="2696"/>
        <pc:sldMkLst>
          <pc:docMk/>
          <pc:sldMk cId="2681470056" sldId="357"/>
        </pc:sldMkLst>
      </pc:sldChg>
      <pc:sldChg chg="addSp modSp add del mod">
        <pc:chgData name="Namboodri Tanuj" userId="00509f34-3647-48c9-9c78-b4920ce1d52d" providerId="ADAL" clId="{314583D4-0BB5-5DE5-ADC6-CB0DE40A2339}" dt="2026-06-03T18:50:12.730" v="1242" actId="2696"/>
        <pc:sldMkLst>
          <pc:docMk/>
          <pc:sldMk cId="3985615786" sldId="358"/>
        </pc:sldMkLst>
      </pc:sldChg>
      <pc:sldChg chg="addSp modSp add del mod">
        <pc:chgData name="Namboodri Tanuj" userId="00509f34-3647-48c9-9c78-b4920ce1d52d" providerId="ADAL" clId="{314583D4-0BB5-5DE5-ADC6-CB0DE40A2339}" dt="2026-06-03T18:50:07.739" v="1233" actId="2696"/>
        <pc:sldMkLst>
          <pc:docMk/>
          <pc:sldMk cId="2863195874" sldId="359"/>
        </pc:sldMkLst>
      </pc:sldChg>
      <pc:sldChg chg="addSp modSp add del mod">
        <pc:chgData name="Namboodri Tanuj" userId="00509f34-3647-48c9-9c78-b4920ce1d52d" providerId="ADAL" clId="{314583D4-0BB5-5DE5-ADC6-CB0DE40A2339}" dt="2026-06-03T18:50:08.630" v="1237" actId="2696"/>
        <pc:sldMkLst>
          <pc:docMk/>
          <pc:sldMk cId="4201205902" sldId="360"/>
        </pc:sldMkLst>
      </pc:sldChg>
      <pc:sldChg chg="addSp modSp add del mod">
        <pc:chgData name="Namboodri Tanuj" userId="00509f34-3647-48c9-9c78-b4920ce1d52d" providerId="ADAL" clId="{314583D4-0BB5-5DE5-ADC6-CB0DE40A2339}" dt="2026-06-03T18:50:09.713" v="1241" actId="2696"/>
        <pc:sldMkLst>
          <pc:docMk/>
          <pc:sldMk cId="3824807636" sldId="361"/>
        </pc:sldMkLst>
      </pc:sldChg>
      <pc:sldMasterChg chg="modSldLayout">
        <pc:chgData name="Namboodri Tanuj" userId="00509f34-3647-48c9-9c78-b4920ce1d52d" providerId="ADAL" clId="{314583D4-0BB5-5DE5-ADC6-CB0DE40A2339}" dt="2026-05-11T08:19:04.534" v="1064" actId="20577"/>
        <pc:sldMasterMkLst>
          <pc:docMk/>
          <pc:sldMasterMk cId="2786166482" sldId="2147483648"/>
        </pc:sldMasterMkLst>
        <pc:sldLayoutChg chg="modSp mod">
          <pc:chgData name="Namboodri Tanuj" userId="00509f34-3647-48c9-9c78-b4920ce1d52d" providerId="ADAL" clId="{314583D4-0BB5-5DE5-ADC6-CB0DE40A2339}" dt="2026-05-11T08:19:04.534" v="1064" actId="20577"/>
          <pc:sldLayoutMkLst>
            <pc:docMk/>
            <pc:sldMasterMk cId="2786166482" sldId="2147483648"/>
            <pc:sldLayoutMk cId="1033936394" sldId="2147483649"/>
          </pc:sldLayoutMkLst>
          <pc:spChg chg="mod">
            <ac:chgData name="Namboodri Tanuj" userId="00509f34-3647-48c9-9c78-b4920ce1d52d" providerId="ADAL" clId="{314583D4-0BB5-5DE5-ADC6-CB0DE40A2339}" dt="2026-05-11T08:19:04.534" v="1064" actId="20577"/>
            <ac:spMkLst>
              <pc:docMk/>
              <pc:sldMasterMk cId="2786166482" sldId="2147483648"/>
              <pc:sldLayoutMk cId="1033936394" sldId="2147483649"/>
              <ac:spMk id="6" creationId="{1388B17E-3574-1079-D34A-C825FAC50E3D}"/>
            </ac:spMkLst>
          </pc:spChg>
        </pc:sldLayoutChg>
        <pc:sldLayoutChg chg="modSp mod">
          <pc:chgData name="Namboodri Tanuj" userId="00509f34-3647-48c9-9c78-b4920ce1d52d" providerId="ADAL" clId="{314583D4-0BB5-5DE5-ADC6-CB0DE40A2339}" dt="2026-05-11T08:12:47.877" v="1061" actId="1076"/>
          <pc:sldLayoutMkLst>
            <pc:docMk/>
            <pc:sldMasterMk cId="2786166482" sldId="2147483648"/>
            <pc:sldLayoutMk cId="217550769" sldId="2147483654"/>
          </pc:sldLayoutMkLst>
          <pc:spChg chg="mod">
            <ac:chgData name="Namboodri Tanuj" userId="00509f34-3647-48c9-9c78-b4920ce1d52d" providerId="ADAL" clId="{314583D4-0BB5-5DE5-ADC6-CB0DE40A2339}" dt="2026-05-11T08:12:47.877" v="1061" actId="1076"/>
            <ac:spMkLst>
              <pc:docMk/>
              <pc:sldMasterMk cId="2786166482" sldId="2147483648"/>
              <pc:sldLayoutMk cId="217550769" sldId="2147483654"/>
              <ac:spMk id="5" creationId="{A42FF832-926C-0BD4-27BA-8B288F185735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C15AB-407D-E645-9130-55661CE0E041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DB7AB-B15F-1942-817C-0D4E95244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622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DB7AB-B15F-1942-817C-0D4E95244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73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201F-CE77-DEE9-95E5-A8B72EDD6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070E9-55FB-131E-698F-49D533FDE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8F942-8B37-55B7-1065-6D8929326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C007-1184-2A47-9727-9BC06E74D14F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D24EF-7B81-5AA4-D1F2-F4791928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8B17E-3574-1079-D34A-C825FAC5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7216-1AEF-4A41-8EE6-FEA55191231C}" type="slidenum">
              <a:rPr lang="en-US" smtClean="0"/>
              <a:t>‹#›</a:t>
            </a:fld>
            <a:r>
              <a:rPr lang="en-US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03393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35147-240F-CA76-A75D-BAEF33254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31D4C-CDF6-ED00-303A-E119229C3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7D54-0B32-E6FB-2624-B1EF8081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C007-1184-2A47-9727-9BC06E74D14F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0963C-B254-CB34-1346-BD8E6B5B4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C0974-28F6-6E76-C0D2-992A4F89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7216-1AEF-4A41-8EE6-FEA551912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05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B2701-408B-F985-2FAE-2AB27FDC2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CE07F-2896-31D1-8D2A-E91B8CEA5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208BA-121F-5B4F-B9F3-EDD3E25A9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C007-1184-2A47-9727-9BC06E74D14F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4CB36-199D-301C-2D03-DD7AF6B3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063C4-FEC2-E637-F391-22756175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7216-1AEF-4A41-8EE6-FEA551912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6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262D-BB3A-7712-FF9A-2348EF0D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02615-196C-0847-7F3B-B8B70C2C1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DB431-A51D-FA65-81FB-9DE4F5EAF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06717-DA75-1C8C-AD44-2D0E2132D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C007-1184-2A47-9727-9BC06E74D14F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6B4AA-DDC8-ABA1-1CDF-51AF2AAF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32FC4-823F-9CB3-6488-F5B12BBA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7216-1AEF-4A41-8EE6-FEA551912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7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6E98-58E1-C7B0-7E0A-010E07E9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84830-CC43-E611-B571-EEB516DD3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B3B97-FC42-96C8-30E3-857191F38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02122D-0F42-0F75-8AAB-62F0E5813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0EBEE3-B629-F0EF-1420-3BA2FEC65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872CB-D447-F790-7CAC-17BA7124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C007-1184-2A47-9727-9BC06E74D14F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BB1E7D-F752-767F-8703-B7BB67943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A7EC1-68D6-B1BE-4BAC-D6D59EF26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7216-1AEF-4A41-8EE6-FEA551912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99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3BB53-2615-5107-B05C-A8DD80C0D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EA2B6-F513-58FD-D443-8DBFBEC6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C007-1184-2A47-9727-9BC06E74D14F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C5F30-C71D-95FC-5616-15306BFC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FF832-926C-0BD4-27BA-8B288F185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004"/>
            <a:ext cx="2743200" cy="365125"/>
          </a:xfrm>
        </p:spPr>
        <p:txBody>
          <a:bodyPr/>
          <a:lstStyle/>
          <a:p>
            <a:fld id="{FCB47216-1AEF-4A41-8EE6-FEA551912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0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3C312-1257-D5F0-EF2C-355800F5B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C007-1184-2A47-9727-9BC06E74D14F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89FE1B-6E1E-D01E-E54E-27E0FCCD9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19F27-727A-13C8-D45A-759F3AF5E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7216-1AEF-4A41-8EE6-FEA551912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37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469B7-DF59-4269-B672-B921F496B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A4984-0A27-35B6-A632-D6ABA016E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25D3C-117D-AA8B-E04A-7E4C7A4BA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FDE32-7B66-943C-F3E5-4F96CB67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C007-1184-2A47-9727-9BC06E74D14F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A29D0-8D4C-267C-235E-8AB06DD4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0B4B8-CC00-8EC1-588D-EF5DC7F7B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7216-1AEF-4A41-8EE6-FEA551912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35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B544E-4AB3-EF3B-61A6-315B6FE1C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2EDF0-751A-1F5A-4D88-1D2DEA139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53318-D877-AFA2-0FEA-9BABC1937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D001C-1B23-AA11-CC2A-92B69A31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C007-1184-2A47-9727-9BC06E74D14F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67003-C369-A738-A6C5-7C5562278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CB98B-14C6-F07F-628D-568DF1599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7216-1AEF-4A41-8EE6-FEA551912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276D-6DAB-ABC5-4982-F53E1FC0A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691D9-3E8A-99D5-EC26-727FE144D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772F6-551D-5C2F-0C0F-13172052A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C007-1184-2A47-9727-9BC06E74D14F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D3D68-DB4C-6952-409F-DB5D24FEE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FFDB9-35CA-63DA-8988-45EED51E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7216-1AEF-4A41-8EE6-FEA551912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6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AA8D80-F2E4-BEA9-1921-470C3CA9F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8A0B4-A98C-1CD2-EE23-3558AB8DD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4D15F-8BE7-41DC-146A-D526DFD55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C007-1184-2A47-9727-9BC06E74D14F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4AA8E-A6FA-A082-A780-B73006DD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2701E-746B-07CC-7389-BF88D8E23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7216-1AEF-4A41-8EE6-FEA551912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54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B82C2-A2C9-238E-6268-5B1054964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51F29-0B27-EFD2-0099-31687EE0B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F6FB6-8F8F-DAAD-67AD-B96BAFC7B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3C007-1184-2A47-9727-9BC06E74D14F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EC200-BEDF-97CE-AEB4-4EE4979350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D22EC-CE53-EB61-7586-FE95E1D45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47216-1AEF-4A41-8EE6-FEA551912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C7A6E8-85D5-0D17-857C-3C5665E15A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192" y="0"/>
            <a:ext cx="12192000" cy="902043"/>
          </a:xfrm>
          <a:prstGeom prst="rect">
            <a:avLst/>
          </a:prstGeom>
          <a:solidFill>
            <a:srgbClr val="003C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5BCB20-2D9F-211F-0349-60E7566BCECF}"/>
              </a:ext>
            </a:extLst>
          </p:cNvPr>
          <p:cNvSpPr/>
          <p:nvPr/>
        </p:nvSpPr>
        <p:spPr>
          <a:xfrm rot="16200000">
            <a:off x="6073140" y="675736"/>
            <a:ext cx="45719" cy="11872491"/>
          </a:xfrm>
          <a:prstGeom prst="rect">
            <a:avLst/>
          </a:prstGeom>
          <a:gradFill>
            <a:gsLst>
              <a:gs pos="19000">
                <a:schemeClr val="tx2"/>
              </a:gs>
              <a:gs pos="83000">
                <a:schemeClr val="tx2"/>
              </a:gs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BA8A79-26CC-29F2-BE68-036C114D25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3" y="818154"/>
            <a:ext cx="12167616" cy="87379"/>
          </a:xfrm>
          <a:prstGeom prst="rect">
            <a:avLst/>
          </a:prstGeom>
        </p:spPr>
      </p:pic>
      <p:pic>
        <p:nvPicPr>
          <p:cNvPr id="33" name="Picture 3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6358F90-5C8F-9A96-0D9F-C8011CD2DB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753" y="150856"/>
            <a:ext cx="1978112" cy="51644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9E6ABF5-330F-5FB5-61F5-B3498EF1A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1747"/>
            <a:ext cx="9144000" cy="23876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54A6AD4-1D5D-3A18-1474-F3E90D70A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3655"/>
            <a:ext cx="9144000" cy="1655762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305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E7E8-B049-E1BD-6E06-8CEE018C0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842" y="940828"/>
            <a:ext cx="10515600" cy="518274"/>
          </a:xfrm>
        </p:spPr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57704-678D-2FFE-E69F-AF7188C51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842" y="1823837"/>
            <a:ext cx="10515600" cy="4351338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D05BFF-9EF0-017E-D96E-1474C1721466}"/>
              </a:ext>
            </a:extLst>
          </p:cNvPr>
          <p:cNvSpPr/>
          <p:nvPr/>
        </p:nvSpPr>
        <p:spPr>
          <a:xfrm>
            <a:off x="-12192" y="0"/>
            <a:ext cx="12192000" cy="902043"/>
          </a:xfrm>
          <a:prstGeom prst="rect">
            <a:avLst/>
          </a:prstGeom>
          <a:solidFill>
            <a:srgbClr val="003C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8F63F-9287-03A9-831A-7F30742DBA7F}"/>
              </a:ext>
            </a:extLst>
          </p:cNvPr>
          <p:cNvSpPr>
            <a:spLocks/>
          </p:cNvSpPr>
          <p:nvPr/>
        </p:nvSpPr>
        <p:spPr>
          <a:xfrm rot="16200000">
            <a:off x="6081783" y="-4450793"/>
            <a:ext cx="45719" cy="11872491"/>
          </a:xfrm>
          <a:prstGeom prst="rect">
            <a:avLst/>
          </a:prstGeom>
          <a:gradFill>
            <a:gsLst>
              <a:gs pos="19000">
                <a:schemeClr val="tx2"/>
              </a:gs>
              <a:gs pos="83000">
                <a:schemeClr val="tx2"/>
              </a:gs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A425C5-57FC-C94F-1BD6-477B790FDF29}"/>
              </a:ext>
            </a:extLst>
          </p:cNvPr>
          <p:cNvSpPr/>
          <p:nvPr/>
        </p:nvSpPr>
        <p:spPr>
          <a:xfrm rot="16200000">
            <a:off x="6073140" y="675736"/>
            <a:ext cx="45719" cy="11872491"/>
          </a:xfrm>
          <a:prstGeom prst="rect">
            <a:avLst/>
          </a:prstGeom>
          <a:gradFill>
            <a:gsLst>
              <a:gs pos="19000">
                <a:schemeClr val="tx2"/>
              </a:gs>
              <a:gs pos="83000">
                <a:schemeClr val="tx2"/>
              </a:gs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2CDB4B-C4ED-9096-9BCF-BB0897B448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193" y="818154"/>
            <a:ext cx="12167616" cy="87379"/>
          </a:xfrm>
          <a:prstGeom prst="rect">
            <a:avLst/>
          </a:prstGeom>
        </p:spPr>
      </p:pic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914BFB4-6446-32BE-A79B-CF8D37AAF2C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9753" y="150856"/>
            <a:ext cx="1978112" cy="51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359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FE8C-2821-B9FC-5890-5BD14A681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7764"/>
            <a:ext cx="10515600" cy="465704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C2CB-7CEB-EA59-156F-E80F4F6F41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39BDE-490F-E64D-4273-D52D2926A2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9F5675-AAB8-563F-A120-0770C66DF7BF}"/>
              </a:ext>
            </a:extLst>
          </p:cNvPr>
          <p:cNvSpPr/>
          <p:nvPr/>
        </p:nvSpPr>
        <p:spPr>
          <a:xfrm>
            <a:off x="-12192" y="0"/>
            <a:ext cx="12192000" cy="902043"/>
          </a:xfrm>
          <a:prstGeom prst="rect">
            <a:avLst/>
          </a:prstGeom>
          <a:solidFill>
            <a:srgbClr val="003C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068F41-4EA6-2C07-1474-604D8307F19A}"/>
              </a:ext>
            </a:extLst>
          </p:cNvPr>
          <p:cNvSpPr>
            <a:spLocks/>
          </p:cNvSpPr>
          <p:nvPr/>
        </p:nvSpPr>
        <p:spPr>
          <a:xfrm rot="16200000">
            <a:off x="6081783" y="-4450793"/>
            <a:ext cx="45719" cy="11872491"/>
          </a:xfrm>
          <a:prstGeom prst="rect">
            <a:avLst/>
          </a:prstGeom>
          <a:gradFill>
            <a:gsLst>
              <a:gs pos="19000">
                <a:schemeClr val="tx2"/>
              </a:gs>
              <a:gs pos="83000">
                <a:schemeClr val="tx2"/>
              </a:gs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C216CA-2D37-4B3C-2469-450BA9D19316}"/>
              </a:ext>
            </a:extLst>
          </p:cNvPr>
          <p:cNvSpPr/>
          <p:nvPr/>
        </p:nvSpPr>
        <p:spPr>
          <a:xfrm rot="16200000">
            <a:off x="6073140" y="675736"/>
            <a:ext cx="45719" cy="11872491"/>
          </a:xfrm>
          <a:prstGeom prst="rect">
            <a:avLst/>
          </a:prstGeom>
          <a:gradFill>
            <a:gsLst>
              <a:gs pos="19000">
                <a:schemeClr val="tx2"/>
              </a:gs>
              <a:gs pos="83000">
                <a:schemeClr val="tx2"/>
              </a:gs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22F83D-473A-B8A4-5079-BBB9950197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193" y="818154"/>
            <a:ext cx="12167616" cy="87379"/>
          </a:xfrm>
          <a:prstGeom prst="rect">
            <a:avLst/>
          </a:prstGeom>
        </p:spPr>
      </p:pic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74EFEA9-A292-5C45-E9BE-35A64D1147A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9753" y="150856"/>
            <a:ext cx="1978112" cy="51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70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D1F733C-5C73-3C40-AF80-BF427D975458}">
  <we:reference id="wa200005566" version="3.0.0.2" store="en-GB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1063</TotalTime>
  <Words>1</Words>
  <Application>Microsoft Macintosh PowerPoint</Application>
  <PresentationFormat>Widescreen</PresentationFormat>
  <Paragraphs>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Namboodri Tanuj</dc:creator>
  <cp:lastModifiedBy>Namboodri Tanuj</cp:lastModifiedBy>
  <cp:revision>7</cp:revision>
  <cp:lastPrinted>2026-04-18T11:52:52Z</cp:lastPrinted>
  <dcterms:created xsi:type="dcterms:W3CDTF">2024-04-27T11:45:42Z</dcterms:created>
  <dcterms:modified xsi:type="dcterms:W3CDTF">2026-06-03T19:17:31Z</dcterms:modified>
</cp:coreProperties>
</file>